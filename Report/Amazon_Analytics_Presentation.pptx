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5" r:id="rId12"/>
    <p:sldId id="269" r:id="rId13"/>
    <p:sldId id="270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6715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rPr lang="en-US" dirty="0"/>
              <a:t>Amazon Sales Analytics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Professional Data Analytics Project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Presented by: Dhanush V. Hegde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Electronics &amp; Telecommunication Engineering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July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3840480" cy="3474720"/>
          </a:xfrm>
          <a:prstGeom prst="roundRect">
            <a:avLst/>
          </a:prstGeom>
          <a:solidFill>
            <a:srgbClr val="28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BANK</a:t>
            </a:r>
          </a:p>
          <a:p>
            <a:r>
              <a:rPr dirty="0"/>
              <a:t>DASHBOARD</a:t>
            </a:r>
          </a:p>
          <a:p>
            <a:r>
              <a:rPr dirty="0"/>
              <a:t>(Insert Bank Image or Chart)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23AD4F-7C2B-0E72-CBAC-9DDA95B55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8" y="1170432"/>
            <a:ext cx="384048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t>Project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15B624-3BDA-8EA3-18B4-E627409F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2412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Introduction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Analyze Amazon sales data using Python and Microsoft Excel.</a:t>
            </a:r>
          </a:p>
          <a:p>
            <a:r>
              <a:rPr lang="en-US" sz="2000" dirty="0">
                <a:solidFill>
                  <a:schemeClr val="bg1"/>
                </a:solidFill>
              </a:rPr>
              <a:t>Understand sales trends, customer purchasing </a:t>
            </a:r>
            <a:r>
              <a:rPr lang="en-US" sz="2000" dirty="0" err="1">
                <a:solidFill>
                  <a:schemeClr val="bg1"/>
                </a:solidFill>
              </a:rPr>
              <a:t>behaviour</a:t>
            </a:r>
            <a:r>
              <a:rPr lang="en-US" sz="2000" dirty="0">
                <a:solidFill>
                  <a:schemeClr val="bg1"/>
                </a:solidFill>
              </a:rPr>
              <a:t>, and product performance.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Generate meaningful business insights through data analytics.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Business Problem</a:t>
            </a:r>
          </a:p>
          <a:p>
            <a:r>
              <a:rPr lang="en-US" sz="2000" dirty="0">
                <a:solidFill>
                  <a:schemeClr val="bg1"/>
                </a:solidFill>
              </a:rPr>
              <a:t>E-commerce platforms generate large volumes of sales data.</a:t>
            </a:r>
          </a:p>
          <a:p>
            <a:r>
              <a:rPr lang="en-US" sz="2000" dirty="0">
                <a:solidFill>
                  <a:schemeClr val="bg1"/>
                </a:solidFill>
              </a:rPr>
              <a:t>Manual analysis of sales data is time-consuming and inefficient.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analytics helps businesses make faster and informed decisions.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Objectives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Analyze Amazon sales data.</a:t>
            </a:r>
          </a:p>
          <a:p>
            <a:r>
              <a:rPr lang="en-US" sz="2000" dirty="0">
                <a:solidFill>
                  <a:schemeClr val="bg1"/>
                </a:solidFill>
              </a:rPr>
              <a:t>Clean and preprocess the dataset.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Perform Feature Engineering and Exploratory Data Analysis (EDA).</a:t>
            </a:r>
          </a:p>
          <a:p>
            <a:r>
              <a:rPr lang="en-US" sz="2000" dirty="0">
                <a:solidFill>
                  <a:schemeClr val="bg1"/>
                </a:solidFill>
              </a:rPr>
              <a:t>Develop an interactive Excel dashboard.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Generate business insights and business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t>Sample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466695"/>
            <a:ext cx="1162683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Key Insight:</a:t>
            </a:r>
            <a:r>
              <a:rPr lang="en-US" dirty="0"/>
              <a:t> The analysis shows that Amazon sales vary across different product categories,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payment methods, and regions. Monthly sales trends highlight changes in customer purchasing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 behavior, while the interactive dashboard enables users to monitor key performance indicators and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identify high-performing products for better business decision-making.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618B3-D004-CB8D-4DEE-DD5999D5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74" y="822960"/>
            <a:ext cx="3206056" cy="2351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29262-3EF9-2816-A922-8D74083EF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825246"/>
            <a:ext cx="3131762" cy="2348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E8472-080D-3A5A-1BCF-A2B35588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BD01E0-3BF8-8663-0F28-82DAB2D5D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20208"/>
              </p:ext>
            </p:extLst>
          </p:nvPr>
        </p:nvGraphicFramePr>
        <p:xfrm>
          <a:off x="8599117" y="1323876"/>
          <a:ext cx="2988460" cy="370718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426465">
                  <a:extLst>
                    <a:ext uri="{9D8B030D-6E8A-4147-A177-3AD203B41FA5}">
                      <a16:colId xmlns:a16="http://schemas.microsoft.com/office/drawing/2014/main" val="435676153"/>
                    </a:ext>
                  </a:extLst>
                </a:gridCol>
                <a:gridCol w="1561995">
                  <a:extLst>
                    <a:ext uri="{9D8B030D-6E8A-4147-A177-3AD203B41FA5}">
                      <a16:colId xmlns:a16="http://schemas.microsoft.com/office/drawing/2014/main" val="2409391894"/>
                    </a:ext>
                  </a:extLst>
                </a:gridCol>
              </a:tblGrid>
              <a:tr h="760810"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228469"/>
                  </a:ext>
                </a:extLst>
              </a:tr>
              <a:tr h="76081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 Sales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709401"/>
                  </a:ext>
                </a:extLst>
              </a:tr>
              <a:tr h="760810">
                <a:tc>
                  <a:txBody>
                    <a:bodyPr/>
                    <a:lstStyle/>
                    <a:p>
                      <a:r>
                        <a:rPr lang="en-US" dirty="0"/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794257"/>
                  </a:ext>
                </a:extLst>
              </a:tr>
              <a:tr h="663942">
                <a:tc>
                  <a:txBody>
                    <a:bodyPr/>
                    <a:lstStyle/>
                    <a:p>
                      <a:r>
                        <a:rPr lang="en-US" dirty="0"/>
                        <a:t>Total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231442"/>
                  </a:ext>
                </a:extLst>
              </a:tr>
              <a:tr h="760810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 CSV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22772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EEC34-09F6-432F-C4AE-7A1B6AD41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84" y="329184"/>
            <a:ext cx="5824728" cy="4525963"/>
          </a:xfrm>
        </p:spPr>
        <p:txBody>
          <a:bodyPr>
            <a:normAutofit fontScale="55000" lnSpcReduction="20000"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Purpose:</a:t>
            </a:r>
          </a:p>
          <a:p>
            <a:r>
              <a:rPr lang="en-US" dirty="0">
                <a:solidFill>
                  <a:schemeClr val="bg1"/>
                </a:solidFill>
              </a:rPr>
              <a:t>Sales performance analysis</a:t>
            </a:r>
          </a:p>
          <a:p>
            <a:r>
              <a:rPr lang="en-US" dirty="0">
                <a:solidFill>
                  <a:schemeClr val="bg1"/>
                </a:solidFill>
              </a:rPr>
              <a:t>Business </a:t>
            </a:r>
            <a:r>
              <a:rPr lang="en-US" dirty="0" err="1">
                <a:solidFill>
                  <a:schemeClr val="bg1"/>
                </a:solidFill>
              </a:rPr>
              <a:t>intellegence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Features</a:t>
            </a:r>
          </a:p>
          <a:p>
            <a:r>
              <a:rPr lang="en-US" dirty="0">
                <a:solidFill>
                  <a:schemeClr val="bg1"/>
                </a:solidFill>
              </a:rPr>
              <a:t>Product Category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Order Date</a:t>
            </a:r>
          </a:p>
          <a:p>
            <a:r>
              <a:rPr lang="en-US" dirty="0">
                <a:solidFill>
                  <a:schemeClr val="bg1"/>
                </a:solidFill>
              </a:rPr>
              <a:t>Country</a:t>
            </a:r>
          </a:p>
          <a:p>
            <a:r>
              <a:rPr lang="en-US" dirty="0">
                <a:solidFill>
                  <a:schemeClr val="bg1"/>
                </a:solidFill>
              </a:rPr>
              <a:t>Payment Method</a:t>
            </a:r>
          </a:p>
          <a:p>
            <a:r>
              <a:rPr lang="en-US" dirty="0">
                <a:solidFill>
                  <a:schemeClr val="bg1"/>
                </a:solidFill>
              </a:rPr>
              <a:t>Order Status</a:t>
            </a:r>
          </a:p>
          <a:p>
            <a:r>
              <a:rPr lang="en-US" dirty="0">
                <a:solidFill>
                  <a:schemeClr val="bg1"/>
                </a:solidFill>
              </a:rPr>
              <a:t>Shipping Cost</a:t>
            </a:r>
          </a:p>
          <a:p>
            <a:r>
              <a:rPr lang="en-US" dirty="0">
                <a:solidFill>
                  <a:schemeClr val="bg1"/>
                </a:solidFill>
              </a:rPr>
              <a:t>Total Sales</a:t>
            </a:r>
          </a:p>
        </p:txBody>
      </p:sp>
    </p:spTree>
    <p:extLst>
      <p:ext uri="{BB962C8B-B14F-4D97-AF65-F5344CB8AC3E}">
        <p14:creationId xmlns:p14="http://schemas.microsoft.com/office/powerpoint/2010/main" val="422734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88CC9-E6FF-C84C-1998-ADBE3C7E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71298E-B464-EFD5-6087-BB399DE4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9278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Tools and Technologies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29883-BFCC-CB02-9BD1-FF71DB335B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328613"/>
            <a:ext cx="5824538" cy="4525962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2C9A39-25C6-2D0D-B06D-83C5C3BB8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34048"/>
              </p:ext>
            </p:extLst>
          </p:nvPr>
        </p:nvGraphicFramePr>
        <p:xfrm>
          <a:off x="956299" y="1911096"/>
          <a:ext cx="6829066" cy="415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4533">
                  <a:extLst>
                    <a:ext uri="{9D8B030D-6E8A-4147-A177-3AD203B41FA5}">
                      <a16:colId xmlns:a16="http://schemas.microsoft.com/office/drawing/2014/main" val="2985372024"/>
                    </a:ext>
                  </a:extLst>
                </a:gridCol>
                <a:gridCol w="3414533">
                  <a:extLst>
                    <a:ext uri="{9D8B030D-6E8A-4147-A177-3AD203B41FA5}">
                      <a16:colId xmlns:a16="http://schemas.microsoft.com/office/drawing/2014/main" val="768979787"/>
                    </a:ext>
                  </a:extLst>
                </a:gridCol>
              </a:tblGrid>
              <a:tr h="552070">
                <a:tc>
                  <a:txBody>
                    <a:bodyPr/>
                    <a:lstStyle/>
                    <a:p>
                      <a:r>
                        <a:rPr lang="en-US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68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6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1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9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4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93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Statistical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8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 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4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 Dashboard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762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06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805D3-34AB-1E0B-E46E-40563A09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720F80-3813-D6B5-AB08-191674F0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4658BF-D8EB-ABF3-9B01-E83608AAB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3258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Data Collection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Data Cleaning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Data Preprocessing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Feature Engineering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Exploratory Data Analysis (EDA)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Data Visualization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Excel Dashboard Development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Business Insights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    ↓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90253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0FA5B-6EAD-89E5-458B-7E2D1464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772D-3039-8F29-3A24-365BA13C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829B-1A01-1EEC-9C32-3B0B3BC71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Cleaning Process</a:t>
            </a:r>
          </a:p>
          <a:p>
            <a:r>
              <a:rPr lang="en-US" dirty="0">
                <a:solidFill>
                  <a:schemeClr val="bg1"/>
                </a:solidFill>
              </a:rPr>
              <a:t>Checked for missing values.</a:t>
            </a:r>
          </a:p>
          <a:p>
            <a:r>
              <a:rPr lang="en-US" dirty="0">
                <a:solidFill>
                  <a:schemeClr val="bg1"/>
                </a:solidFill>
              </a:rPr>
              <a:t>Removed duplicate records.</a:t>
            </a:r>
          </a:p>
          <a:p>
            <a:r>
              <a:rPr lang="en-US" dirty="0">
                <a:solidFill>
                  <a:schemeClr val="bg1"/>
                </a:solidFill>
              </a:rPr>
              <a:t>Corrected data types.</a:t>
            </a:r>
          </a:p>
          <a:p>
            <a:r>
              <a:rPr lang="en-US" dirty="0">
                <a:solidFill>
                  <a:schemeClr val="bg1"/>
                </a:solidFill>
              </a:rPr>
              <a:t>Handled inconsistent data entries.</a:t>
            </a:r>
          </a:p>
          <a:p>
            <a:r>
              <a:rPr lang="en-US" dirty="0">
                <a:solidFill>
                  <a:schemeClr val="bg1"/>
                </a:solidFill>
              </a:rPr>
              <a:t>Validated the cleaned dataset for analysis.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Outcome</a:t>
            </a:r>
          </a:p>
          <a:p>
            <a:r>
              <a:rPr lang="en-US" dirty="0">
                <a:solidFill>
                  <a:schemeClr val="bg1"/>
                </a:solidFill>
              </a:rPr>
              <a:t>Improved data quality.</a:t>
            </a:r>
          </a:p>
          <a:p>
            <a:r>
              <a:rPr lang="en-US" dirty="0">
                <a:solidFill>
                  <a:schemeClr val="bg1"/>
                </a:solidFill>
              </a:rPr>
              <a:t>Increased data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Prepared the dataset for feature engineering and analysis.</a:t>
            </a:r>
          </a:p>
          <a:p>
            <a:r>
              <a:rPr lang="en-US" dirty="0">
                <a:solidFill>
                  <a:schemeClr val="bg1"/>
                </a:solidFill>
              </a:rPr>
              <a:t>Enhanced the reliability of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262069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8E9EE-DF6C-CC19-8005-5A73F877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9192-BD66-9D36-533A-DB3BBF01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47517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Feature Engineering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990C26-5C06-6E3C-2895-307E332CDC9B}"/>
              </a:ext>
            </a:extLst>
          </p:cNvPr>
          <p:cNvSpPr/>
          <p:nvPr/>
        </p:nvSpPr>
        <p:spPr>
          <a:xfrm>
            <a:off x="5660136" y="1070164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📌 Features Created</a:t>
            </a:r>
          </a:p>
          <a:p>
            <a:pPr algn="ctr"/>
            <a:r>
              <a:rPr lang="en-US" dirty="0"/>
              <a:t>Extracted Month from Order Date.</a:t>
            </a:r>
          </a:p>
          <a:p>
            <a:pPr algn="ctr"/>
            <a:r>
              <a:rPr lang="en-US" dirty="0"/>
              <a:t>Organized Product Categories for comparison.</a:t>
            </a:r>
          </a:p>
          <a:p>
            <a:pPr algn="ctr"/>
            <a:r>
              <a:rPr lang="en-US" dirty="0"/>
              <a:t>Grouped Country and Payment Method for analysis.</a:t>
            </a:r>
          </a:p>
          <a:p>
            <a:pPr algn="ctr"/>
            <a:r>
              <a:rPr lang="en-US" dirty="0"/>
              <a:t>Prepared data for Pivot Tables and visualizations.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A09EFA-9921-2927-CFDA-A92653DF278A}"/>
              </a:ext>
            </a:extLst>
          </p:cNvPr>
          <p:cNvSpPr/>
          <p:nvPr/>
        </p:nvSpPr>
        <p:spPr>
          <a:xfrm>
            <a:off x="3877056" y="3987100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📊 Benefits</a:t>
            </a:r>
          </a:p>
          <a:p>
            <a:pPr algn="ctr"/>
            <a:r>
              <a:rPr lang="en-US" dirty="0"/>
              <a:t>Improved analytical accuracy.</a:t>
            </a:r>
          </a:p>
          <a:p>
            <a:pPr algn="ctr"/>
            <a:r>
              <a:rPr lang="en-US" dirty="0"/>
              <a:t>Simplified monthly sales analysis.</a:t>
            </a:r>
          </a:p>
          <a:p>
            <a:pPr algn="ctr"/>
            <a:r>
              <a:rPr lang="en-US" dirty="0"/>
              <a:t>Enhanced dashboard interactivity.</a:t>
            </a:r>
          </a:p>
          <a:p>
            <a:pPr algn="ctr"/>
            <a:r>
              <a:rPr lang="en-US" dirty="0"/>
              <a:t>Supported meaningful business insights.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ECD887-5D73-A66D-F2BE-63286E01BB6D}"/>
              </a:ext>
            </a:extLst>
          </p:cNvPr>
          <p:cNvSpPr/>
          <p:nvPr/>
        </p:nvSpPr>
        <p:spPr>
          <a:xfrm>
            <a:off x="1307592" y="997014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🎯 Purpose</a:t>
            </a:r>
          </a:p>
          <a:p>
            <a:pPr algn="ctr"/>
            <a:r>
              <a:rPr lang="en-US" dirty="0"/>
              <a:t>Create meaningful features for better analysis.</a:t>
            </a:r>
          </a:p>
          <a:p>
            <a:pPr algn="ctr"/>
            <a:r>
              <a:rPr lang="en-US" dirty="0"/>
              <a:t>Improve data organization and interpretation.</a:t>
            </a:r>
          </a:p>
          <a:p>
            <a:pPr algn="ctr"/>
            <a:r>
              <a:rPr lang="en-US" dirty="0"/>
              <a:t>Simplify sales trend analysis and dashboard creation.</a:t>
            </a:r>
          </a:p>
        </p:txBody>
      </p:sp>
    </p:spTree>
    <p:extLst>
      <p:ext uri="{BB962C8B-B14F-4D97-AF65-F5344CB8AC3E}">
        <p14:creationId xmlns:p14="http://schemas.microsoft.com/office/powerpoint/2010/main" val="420010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E7F78-3D65-2CBA-7B11-73128309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5BBC3-D0E4-4B71-9EA8-A667A2FB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274003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Exploratory Data Analysis(EDA)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B9D7D2-B589-7FE2-4419-84A839B1A9A8}"/>
              </a:ext>
            </a:extLst>
          </p:cNvPr>
          <p:cNvSpPr/>
          <p:nvPr/>
        </p:nvSpPr>
        <p:spPr>
          <a:xfrm>
            <a:off x="5660136" y="1070164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📌 Key Findings</a:t>
            </a:r>
          </a:p>
          <a:p>
            <a:pPr algn="ctr"/>
            <a:r>
              <a:rPr lang="en-US" dirty="0"/>
              <a:t>Sales varied across different product categories.</a:t>
            </a:r>
          </a:p>
          <a:p>
            <a:pPr algn="ctr"/>
            <a:r>
              <a:rPr lang="en-US" dirty="0"/>
              <a:t>Monthly sales trends showed changes in customer demand.</a:t>
            </a:r>
          </a:p>
          <a:p>
            <a:pPr algn="ctr"/>
            <a:r>
              <a:rPr lang="en-US" dirty="0"/>
              <a:t>Payment methods influenced purchasing preferences.</a:t>
            </a:r>
          </a:p>
          <a:p>
            <a:pPr algn="ctr"/>
            <a:r>
              <a:rPr lang="en-US" dirty="0"/>
              <a:t>Regional sales analysis identified high-performing markets.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B7D441-694C-5FEC-4AA9-C7CD2F98FAF8}"/>
              </a:ext>
            </a:extLst>
          </p:cNvPr>
          <p:cNvSpPr/>
          <p:nvPr/>
        </p:nvSpPr>
        <p:spPr>
          <a:xfrm>
            <a:off x="3877056" y="3987100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📊 Analysis Performed</a:t>
            </a:r>
          </a:p>
          <a:p>
            <a:pPr algn="ctr"/>
            <a:r>
              <a:rPr lang="en-US" dirty="0"/>
              <a:t>Category-wise Sales Analysis</a:t>
            </a:r>
          </a:p>
          <a:p>
            <a:pPr algn="ctr"/>
            <a:r>
              <a:rPr lang="en-US" dirty="0"/>
              <a:t>Monthly Sales Trend Analysis</a:t>
            </a:r>
          </a:p>
          <a:p>
            <a:pPr algn="ctr"/>
            <a:r>
              <a:rPr lang="en-US" dirty="0"/>
              <a:t>Payment Method Analysis</a:t>
            </a:r>
          </a:p>
          <a:p>
            <a:pPr algn="ctr"/>
            <a:r>
              <a:rPr lang="en-US" dirty="0"/>
              <a:t>Country-wise Sales Analysis</a:t>
            </a:r>
          </a:p>
          <a:p>
            <a:pPr algn="ctr"/>
            <a:r>
              <a:rPr lang="en-US" dirty="0"/>
              <a:t>Correlation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C9F744-75B3-1080-6DC4-37C076237C8B}"/>
              </a:ext>
            </a:extLst>
          </p:cNvPr>
          <p:cNvSpPr/>
          <p:nvPr/>
        </p:nvSpPr>
        <p:spPr>
          <a:xfrm>
            <a:off x="1307592" y="997014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🎯 Purpose</a:t>
            </a:r>
          </a:p>
          <a:p>
            <a:pPr algn="ctr"/>
            <a:r>
              <a:rPr lang="en-US" dirty="0"/>
              <a:t>Analyze sales performance.</a:t>
            </a:r>
          </a:p>
          <a:p>
            <a:pPr algn="ctr"/>
            <a:r>
              <a:rPr lang="en-US" dirty="0"/>
              <a:t>Identify meaningful sales trends.</a:t>
            </a:r>
          </a:p>
          <a:p>
            <a:pPr algn="ctr"/>
            <a:r>
              <a:rPr lang="en-US" dirty="0"/>
              <a:t>Understand customer purchasing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Evaluate product category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89363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79174-46D8-D553-2922-1BC8FFEC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1450C1-CB41-7606-AA2B-1B0348EF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5413248" cy="116205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Excel Dashboard Development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31F252-555D-0823-EFD9-A0A2271EE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9875" y="1430365"/>
            <a:ext cx="5111750" cy="399726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BF142-CAD8-7069-71E3-54078EFE0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5637212" cy="52857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📊 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KPI Cards for Total Sales, Orders, Customers, and Average Order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Pivot Tables for summarizing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Pivot Charts for visualizing business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Interactive Slicers for dynamic data filtering.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User-friendly layout for quick business analysis.</a:t>
            </a:r>
          </a:p>
          <a:p>
            <a:r>
              <a:rPr lang="en-US" dirty="0">
                <a:solidFill>
                  <a:schemeClr val="bg1"/>
                </a:solidFill>
              </a:rPr>
              <a:t>🎯 Key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Provides a real-time overview of sales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Enables easy comparison of categories and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Simplifies business reporting and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Supports interactive analysis through dashboard controls.</a:t>
            </a:r>
          </a:p>
          <a:p>
            <a:r>
              <a:rPr lang="en-US" dirty="0">
                <a:solidFill>
                  <a:schemeClr val="bg1"/>
                </a:solidFill>
              </a:rPr>
              <a:t>📌 Dashboard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Sales by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Monthly Sales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Payment Method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Country-wise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Interactive Slicers</a:t>
            </a:r>
          </a:p>
        </p:txBody>
      </p:sp>
    </p:spTree>
    <p:extLst>
      <p:ext uri="{BB962C8B-B14F-4D97-AF65-F5344CB8AC3E}">
        <p14:creationId xmlns:p14="http://schemas.microsoft.com/office/powerpoint/2010/main" val="274399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9262B-5212-560C-58D5-D75B4BD6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5C37-FDBE-2C33-CB4A-276A0A07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Business Insights and Recommendations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73B8AB-4567-740A-B3DE-32889F682AE9}"/>
              </a:ext>
            </a:extLst>
          </p:cNvPr>
          <p:cNvSpPr/>
          <p:nvPr/>
        </p:nvSpPr>
        <p:spPr>
          <a:xfrm>
            <a:off x="457200" y="1600200"/>
            <a:ext cx="5047488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📊 Key Business Insights</a:t>
            </a:r>
          </a:p>
          <a:p>
            <a:pPr algn="ctr"/>
            <a:r>
              <a:rPr lang="en-US" dirty="0"/>
              <a:t>High-performing product categories contributed significantly to overall sales.</a:t>
            </a:r>
          </a:p>
          <a:p>
            <a:pPr algn="ctr"/>
            <a:r>
              <a:rPr lang="en-US" dirty="0"/>
              <a:t>Monthly sales analysis revealed changing customer demand patterns.</a:t>
            </a:r>
          </a:p>
          <a:p>
            <a:pPr algn="ctr"/>
            <a:r>
              <a:rPr lang="en-US" dirty="0"/>
              <a:t>Customer payment preferences varied across transactions.</a:t>
            </a:r>
          </a:p>
          <a:p>
            <a:pPr algn="ctr"/>
            <a:r>
              <a:rPr lang="en-US" dirty="0"/>
              <a:t>Country-wise analysis identified regions with stronger sales performance.</a:t>
            </a:r>
          </a:p>
          <a:p>
            <a:pPr algn="ctr"/>
            <a:r>
              <a:rPr lang="en-US" dirty="0"/>
              <a:t>Interactive dashboard enabled quick monitoring of key business metrics.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2F6ED-CE23-6883-0700-80B9B4C0B3C6}"/>
              </a:ext>
            </a:extLst>
          </p:cNvPr>
          <p:cNvSpPr/>
          <p:nvPr/>
        </p:nvSpPr>
        <p:spPr>
          <a:xfrm>
            <a:off x="6094412" y="1600200"/>
            <a:ext cx="4456049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✅ Recommendations</a:t>
            </a:r>
          </a:p>
          <a:p>
            <a:pPr algn="ctr"/>
            <a:r>
              <a:rPr lang="en-US" dirty="0"/>
              <a:t>Focus on high-performing product categories to maximize revenue.</a:t>
            </a:r>
          </a:p>
          <a:p>
            <a:pPr algn="ctr"/>
            <a:r>
              <a:rPr lang="en-US" dirty="0"/>
              <a:t>Optimize inventory based on monthly sales trends.</a:t>
            </a:r>
          </a:p>
          <a:p>
            <a:pPr algn="ctr"/>
            <a:r>
              <a:rPr lang="en-US" dirty="0"/>
              <a:t>Implement targeted marketing campaigns for different customer segments.</a:t>
            </a:r>
          </a:p>
          <a:p>
            <a:pPr algn="ctr"/>
            <a:r>
              <a:rPr lang="en-US" dirty="0"/>
              <a:t>Monitor KPIs regularly using interactive dashboards.</a:t>
            </a:r>
          </a:p>
          <a:p>
            <a:pPr algn="ctr"/>
            <a:r>
              <a:rPr lang="en-US" dirty="0"/>
              <a:t>Adopt data-driven strategies to improve business performance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22467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8C285-41F0-BA60-0573-0227533A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92B7-9DA7-0F36-6A7C-D6E06021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C62A5-3A41-E082-C51B-26EBEF47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Project Summary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Successfully analyzed the Amazon Sales dataset using Python and Microsoft Excel.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Performed data cleaning, feature engineering, and exploratory data analysis (EDA).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Developed an interactive Excel dashboard using Pivot Tables, Pivot Charts, KPI Cards, and Slicers.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Identified sales trends, customer purchasing </a:t>
            </a:r>
            <a:r>
              <a:rPr lang="en-US" sz="2400" dirty="0" err="1">
                <a:solidFill>
                  <a:schemeClr val="bg1"/>
                </a:solidFill>
              </a:rPr>
              <a:t>behaviour</a:t>
            </a:r>
            <a:r>
              <a:rPr lang="en-US" sz="2400" dirty="0">
                <a:solidFill>
                  <a:schemeClr val="bg1"/>
                </a:solidFill>
              </a:rPr>
              <a:t>, payment preferences, and regional sales performance.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Generated meaningful business insights and recommendations to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405654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6C585-0123-C668-6B30-3A31BF78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D27678-51A3-1877-8F89-D222255E4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28575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2406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790</Words>
  <Application>Microsoft Office PowerPoint</Application>
  <PresentationFormat>Custom</PresentationFormat>
  <Paragraphs>176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Tools and Technologies</vt:lpstr>
      <vt:lpstr>Methodology</vt:lpstr>
      <vt:lpstr>Data Cleaning</vt:lpstr>
      <vt:lpstr>Feature Engineering</vt:lpstr>
      <vt:lpstr>Exploratory Data Analysis(EDA)</vt:lpstr>
      <vt:lpstr>Excel Dashboard Development</vt:lpstr>
      <vt:lpstr>Business Insights and Recommendations</vt:lpstr>
      <vt:lpstr>Conclusions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Dhanush Hegde</dc:creator>
  <cp:keywords/>
  <dc:description>generated using python-pptx</dc:description>
  <cp:lastModifiedBy>dhanush hegde</cp:lastModifiedBy>
  <cp:revision>2</cp:revision>
  <dcterms:created xsi:type="dcterms:W3CDTF">2013-01-27T09:14:16Z</dcterms:created>
  <dcterms:modified xsi:type="dcterms:W3CDTF">2026-07-09T18:09:59Z</dcterms:modified>
  <cp:category/>
</cp:coreProperties>
</file>